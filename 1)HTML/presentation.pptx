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66" r:id="rId4"/>
    <p:sldId id="26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Complete </a:t>
            </a:r>
            <a:r>
              <a:rPr lang="en-US" b="1" dirty="0" smtClean="0"/>
              <a:t>HTML Course </a:t>
            </a:r>
            <a:r>
              <a:rPr lang="en-US" b="1" dirty="0"/>
              <a:t>2023</a:t>
            </a:r>
            <a:br>
              <a:rPr lang="en-US" b="1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Welcome to the course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88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am a developer, freelancer and an instructor</a:t>
            </a:r>
          </a:p>
          <a:p>
            <a:r>
              <a:rPr lang="en-US" dirty="0" smtClean="0"/>
              <a:t>I have taught more than 30, 000 people programming in the last year only</a:t>
            </a:r>
          </a:p>
          <a:p>
            <a:r>
              <a:rPr lang="en-US" dirty="0" smtClean="0"/>
              <a:t>I have more than 750, 000 people who enrolled in my courses   </a:t>
            </a:r>
          </a:p>
          <a:p>
            <a:r>
              <a:rPr lang="en-US" dirty="0" smtClean="0"/>
              <a:t>I have more than 70,000 people who consumed over 40K hours of my content </a:t>
            </a:r>
            <a:r>
              <a:rPr lang="en-US" smtClean="0"/>
              <a:t>in the past couple of years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02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you going to learn?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 definitions about coding</a:t>
            </a:r>
            <a:endParaRPr lang="en-US" dirty="0"/>
          </a:p>
          <a:p>
            <a:pPr lvl="0"/>
            <a:r>
              <a:rPr lang="en-US" dirty="0" smtClean="0"/>
              <a:t>HTML elements</a:t>
            </a:r>
            <a:endParaRPr lang="en-US" dirty="0"/>
          </a:p>
          <a:p>
            <a:pPr lvl="0"/>
            <a:r>
              <a:rPr lang="en-US" dirty="0" smtClean="0"/>
              <a:t>HTML Syntax</a:t>
            </a:r>
            <a:endParaRPr lang="en-US" dirty="0"/>
          </a:p>
          <a:p>
            <a:pPr lvl="0"/>
            <a:r>
              <a:rPr lang="en-US" dirty="0" smtClean="0"/>
              <a:t>Work with Images and links and more</a:t>
            </a:r>
          </a:p>
          <a:p>
            <a:pPr lvl="0"/>
            <a:r>
              <a:rPr lang="en-US" dirty="0" smtClean="0"/>
              <a:t> HTML forms</a:t>
            </a:r>
            <a:endParaRPr lang="en-US" dirty="0"/>
          </a:p>
          <a:p>
            <a:r>
              <a:rPr lang="en-US" dirty="0" smtClean="0"/>
              <a:t>A little bit of CSS basics </a:t>
            </a:r>
            <a:endParaRPr lang="en-US" dirty="0"/>
          </a:p>
          <a:p>
            <a:r>
              <a:rPr lang="en-US" dirty="0" smtClean="0"/>
              <a:t>And so much more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24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Take action now so I can see </a:t>
            </a:r>
            <a:r>
              <a:rPr lang="en-US" smtClean="0"/>
              <a:t>you inside </a:t>
            </a:r>
            <a:r>
              <a:rPr lang="en-US" smtClean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118</TotalTime>
  <Words>113</Words>
  <Application>Microsoft Office PowerPoint</Application>
  <PresentationFormat>On-screen Show (4:3)</PresentationFormat>
  <Paragraphs>16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Perspective</vt:lpstr>
      <vt:lpstr>The Complete HTML Course 2023  </vt:lpstr>
      <vt:lpstr>About me</vt:lpstr>
      <vt:lpstr>What are you going to learn?</vt:lpstr>
      <vt:lpstr>Take action now so I can see you inside 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with MySQL 2023: Build 7 PHP and MySQL Projects  </dc:title>
  <dc:creator>mohamed</dc:creator>
  <cp:lastModifiedBy>E Q</cp:lastModifiedBy>
  <cp:revision>34</cp:revision>
  <dcterms:created xsi:type="dcterms:W3CDTF">2006-08-16T00:00:00Z</dcterms:created>
  <dcterms:modified xsi:type="dcterms:W3CDTF">2023-09-20T10:41:25Z</dcterms:modified>
</cp:coreProperties>
</file>