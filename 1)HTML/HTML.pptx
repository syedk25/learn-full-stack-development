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B5441B-4882-48FB-8331-B407EF0C9A92}" v="159" dt="2026-01-06T10:36:53.0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. syed" userId="4daf28fd60631903" providerId="Windows Live" clId="Web-{44B5441B-4882-48FB-8331-B407EF0C9A92}"/>
    <pc:docChg chg="addSld delSld modSld">
      <pc:chgData name="k. syed" userId="4daf28fd60631903" providerId="Windows Live" clId="Web-{44B5441B-4882-48FB-8331-B407EF0C9A92}" dt="2026-01-06T10:36:53.074" v="141"/>
      <pc:docMkLst>
        <pc:docMk/>
      </pc:docMkLst>
      <pc:sldChg chg="modSp">
        <pc:chgData name="k. syed" userId="4daf28fd60631903" providerId="Windows Live" clId="Web-{44B5441B-4882-48FB-8331-B407EF0C9A92}" dt="2026-01-06T10:12:00.684" v="0" actId="20577"/>
        <pc:sldMkLst>
          <pc:docMk/>
          <pc:sldMk cId="109857222" sldId="256"/>
        </pc:sldMkLst>
        <pc:spChg chg="mod">
          <ac:chgData name="k. syed" userId="4daf28fd60631903" providerId="Windows Live" clId="Web-{44B5441B-4882-48FB-8331-B407EF0C9A92}" dt="2026-01-06T10:12:00.684" v="0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addSp delSp modSp new del mod setBg">
        <pc:chgData name="k. syed" userId="4daf28fd60631903" providerId="Windows Live" clId="Web-{44B5441B-4882-48FB-8331-B407EF0C9A92}" dt="2026-01-06T10:17:48.558" v="112"/>
        <pc:sldMkLst>
          <pc:docMk/>
          <pc:sldMk cId="2347356202" sldId="257"/>
        </pc:sldMkLst>
        <pc:spChg chg="mod">
          <ac:chgData name="k. syed" userId="4daf28fd60631903" providerId="Windows Live" clId="Web-{44B5441B-4882-48FB-8331-B407EF0C9A92}" dt="2026-01-06T10:17:39.355" v="110" actId="20577"/>
          <ac:spMkLst>
            <pc:docMk/>
            <pc:sldMk cId="2347356202" sldId="257"/>
            <ac:spMk id="2" creationId="{95BEBF3D-A399-87D4-63E3-3E1C4AA7E692}"/>
          </ac:spMkLst>
        </pc:spChg>
        <pc:spChg chg="mod">
          <ac:chgData name="k. syed" userId="4daf28fd60631903" providerId="Windows Live" clId="Web-{44B5441B-4882-48FB-8331-B407EF0C9A92}" dt="2026-01-06T10:17:43.542" v="111" actId="20577"/>
          <ac:spMkLst>
            <pc:docMk/>
            <pc:sldMk cId="2347356202" sldId="257"/>
            <ac:spMk id="3" creationId="{C1F7CD39-E302-6615-832B-8321884D62C4}"/>
          </ac:spMkLst>
        </pc:spChg>
        <pc:picChg chg="add del mod">
          <ac:chgData name="k. syed" userId="4daf28fd60631903" providerId="Windows Live" clId="Web-{44B5441B-4882-48FB-8331-B407EF0C9A92}" dt="2026-01-06T10:16:32.603" v="100"/>
          <ac:picMkLst>
            <pc:docMk/>
            <pc:sldMk cId="2347356202" sldId="257"/>
            <ac:picMk id="4" creationId="{2E63268B-61F4-F800-1831-E3D3729E6619}"/>
          </ac:picMkLst>
        </pc:picChg>
      </pc:sldChg>
      <pc:sldChg chg="addSp delSp modSp new mod setBg modClrScheme chgLayout">
        <pc:chgData name="k. syed" userId="4daf28fd60631903" providerId="Windows Live" clId="Web-{44B5441B-4882-48FB-8331-B407EF0C9A92}" dt="2026-01-06T10:19:53.779" v="127"/>
        <pc:sldMkLst>
          <pc:docMk/>
          <pc:sldMk cId="3296556426" sldId="257"/>
        </pc:sldMkLst>
        <pc:spChg chg="del">
          <ac:chgData name="k. syed" userId="4daf28fd60631903" providerId="Windows Live" clId="Web-{44B5441B-4882-48FB-8331-B407EF0C9A92}" dt="2026-01-06T10:18:40.466" v="117"/>
          <ac:spMkLst>
            <pc:docMk/>
            <pc:sldMk cId="3296556426" sldId="257"/>
            <ac:spMk id="2" creationId="{88BA8402-5F0F-11B9-B438-655F52357D82}"/>
          </ac:spMkLst>
        </pc:spChg>
        <pc:spChg chg="del">
          <ac:chgData name="k. syed" userId="4daf28fd60631903" providerId="Windows Live" clId="Web-{44B5441B-4882-48FB-8331-B407EF0C9A92}" dt="2026-01-06T10:18:40.466" v="117"/>
          <ac:spMkLst>
            <pc:docMk/>
            <pc:sldMk cId="3296556426" sldId="257"/>
            <ac:spMk id="3" creationId="{EFF51FEF-9FDA-0F6B-6A64-5E0A2BFB88E9}"/>
          </ac:spMkLst>
        </pc:spChg>
        <pc:spChg chg="add del">
          <ac:chgData name="k. syed" userId="4daf28fd60631903" providerId="Windows Live" clId="Web-{44B5441B-4882-48FB-8331-B407EF0C9A92}" dt="2026-01-06T10:18:06.340" v="115"/>
          <ac:spMkLst>
            <pc:docMk/>
            <pc:sldMk cId="3296556426" sldId="257"/>
            <ac:spMk id="4" creationId="{EFC28402-0FA1-707B-9663-B6A312401A57}"/>
          </ac:spMkLst>
        </pc:spChg>
        <pc:picChg chg="add del mod">
          <ac:chgData name="k. syed" userId="4daf28fd60631903" providerId="Windows Live" clId="Web-{44B5441B-4882-48FB-8331-B407EF0C9A92}" dt="2026-01-06T10:19:53.779" v="127"/>
          <ac:picMkLst>
            <pc:docMk/>
            <pc:sldMk cId="3296556426" sldId="257"/>
            <ac:picMk id="5" creationId="{6D1FF514-16EF-17C1-FC59-EC60334C5EB0}"/>
          </ac:picMkLst>
        </pc:picChg>
      </pc:sldChg>
      <pc:sldChg chg="addSp delSp modSp new mod setBg">
        <pc:chgData name="k. syed" userId="4daf28fd60631903" providerId="Windows Live" clId="Web-{44B5441B-4882-48FB-8331-B407EF0C9A92}" dt="2026-01-06T10:27:37.113" v="129"/>
        <pc:sldMkLst>
          <pc:docMk/>
          <pc:sldMk cId="1545751826" sldId="258"/>
        </pc:sldMkLst>
        <pc:picChg chg="add del mod">
          <ac:chgData name="k. syed" userId="4daf28fd60631903" providerId="Windows Live" clId="Web-{44B5441B-4882-48FB-8331-B407EF0C9A92}" dt="2026-01-06T10:27:37.113" v="129"/>
          <ac:picMkLst>
            <pc:docMk/>
            <pc:sldMk cId="1545751826" sldId="258"/>
            <ac:picMk id="2" creationId="{40642AA3-12FC-5D19-09D7-A1777F6855E9}"/>
          </ac:picMkLst>
        </pc:picChg>
      </pc:sldChg>
      <pc:sldChg chg="new del">
        <pc:chgData name="k. syed" userId="4daf28fd60631903" providerId="Windows Live" clId="Web-{44B5441B-4882-48FB-8331-B407EF0C9A92}" dt="2026-01-06T10:18:46.184" v="118"/>
        <pc:sldMkLst>
          <pc:docMk/>
          <pc:sldMk cId="1929638378" sldId="258"/>
        </pc:sldMkLst>
      </pc:sldChg>
      <pc:sldChg chg="addSp delSp modSp new mod setBg">
        <pc:chgData name="k. syed" userId="4daf28fd60631903" providerId="Windows Live" clId="Web-{44B5441B-4882-48FB-8331-B407EF0C9A92}" dt="2026-01-06T10:31:00.391" v="132"/>
        <pc:sldMkLst>
          <pc:docMk/>
          <pc:sldMk cId="3598691860" sldId="259"/>
        </pc:sldMkLst>
        <pc:picChg chg="add del mod">
          <ac:chgData name="k. syed" userId="4daf28fd60631903" providerId="Windows Live" clId="Web-{44B5441B-4882-48FB-8331-B407EF0C9A92}" dt="2026-01-06T10:31:00.391" v="132"/>
          <ac:picMkLst>
            <pc:docMk/>
            <pc:sldMk cId="3598691860" sldId="259"/>
            <ac:picMk id="2" creationId="{C170E7BC-745F-622F-08DC-8D55A72586D1}"/>
          </ac:picMkLst>
        </pc:picChg>
      </pc:sldChg>
      <pc:sldChg chg="addSp delSp modSp new mod setBg">
        <pc:chgData name="k. syed" userId="4daf28fd60631903" providerId="Windows Live" clId="Web-{44B5441B-4882-48FB-8331-B407EF0C9A92}" dt="2026-01-06T10:35:15.025" v="135"/>
        <pc:sldMkLst>
          <pc:docMk/>
          <pc:sldMk cId="837443392" sldId="260"/>
        </pc:sldMkLst>
        <pc:picChg chg="add del mod">
          <ac:chgData name="k. syed" userId="4daf28fd60631903" providerId="Windows Live" clId="Web-{44B5441B-4882-48FB-8331-B407EF0C9A92}" dt="2026-01-06T10:35:15.025" v="135"/>
          <ac:picMkLst>
            <pc:docMk/>
            <pc:sldMk cId="837443392" sldId="260"/>
            <ac:picMk id="2" creationId="{7A33D267-E1D0-71B2-6598-843F4F172F41}"/>
          </ac:picMkLst>
        </pc:picChg>
      </pc:sldChg>
      <pc:sldChg chg="addSp delSp modSp new mod setBg">
        <pc:chgData name="k. syed" userId="4daf28fd60631903" providerId="Windows Live" clId="Web-{44B5441B-4882-48FB-8331-B407EF0C9A92}" dt="2026-01-06T10:35:27.853" v="138"/>
        <pc:sldMkLst>
          <pc:docMk/>
          <pc:sldMk cId="2914890537" sldId="261"/>
        </pc:sldMkLst>
        <pc:picChg chg="add del mod">
          <ac:chgData name="k. syed" userId="4daf28fd60631903" providerId="Windows Live" clId="Web-{44B5441B-4882-48FB-8331-B407EF0C9A92}" dt="2026-01-06T10:35:27.853" v="138"/>
          <ac:picMkLst>
            <pc:docMk/>
            <pc:sldMk cId="2914890537" sldId="261"/>
            <ac:picMk id="2" creationId="{7E45272C-F350-C8B6-73B7-13E954F0137E}"/>
          </ac:picMkLst>
        </pc:picChg>
      </pc:sldChg>
      <pc:sldChg chg="addSp delSp modSp new mod setBg">
        <pc:chgData name="k. syed" userId="4daf28fd60631903" providerId="Windows Live" clId="Web-{44B5441B-4882-48FB-8331-B407EF0C9A92}" dt="2026-01-06T10:36:53.074" v="141"/>
        <pc:sldMkLst>
          <pc:docMk/>
          <pc:sldMk cId="1169697154" sldId="262"/>
        </pc:sldMkLst>
        <pc:picChg chg="add del mod">
          <ac:chgData name="k. syed" userId="4daf28fd60631903" providerId="Windows Live" clId="Web-{44B5441B-4882-48FB-8331-B407EF0C9A92}" dt="2026-01-06T10:36:53.074" v="141"/>
          <ac:picMkLst>
            <pc:docMk/>
            <pc:sldMk cId="1169697154" sldId="262"/>
            <ac:picMk id="2" creationId="{AD7A748B-692F-DBF0-8B02-A3D90AB58588}"/>
          </ac:picMkLst>
        </pc:picChg>
      </pc:sldChg>
    </pc:docChg>
  </pc:docChgLst>
  <pc:docChgLst>
    <pc:chgData clId="Web-{44B5441B-4882-48FB-8331-B407EF0C9A92}"/>
    <pc:docChg chg="modSld">
      <pc:chgData name="" userId="" providerId="" clId="Web-{44B5441B-4882-48FB-8331-B407EF0C9A92}" dt="2026-01-06T10:11:46.152" v="8" actId="20577"/>
      <pc:docMkLst>
        <pc:docMk/>
      </pc:docMkLst>
      <pc:sldChg chg="modSp">
        <pc:chgData name="" userId="" providerId="" clId="Web-{44B5441B-4882-48FB-8331-B407EF0C9A92}" dt="2026-01-06T10:11:46.152" v="8" actId="20577"/>
        <pc:sldMkLst>
          <pc:docMk/>
          <pc:sldMk cId="109857222" sldId="256"/>
        </pc:sldMkLst>
        <pc:spChg chg="mod">
          <ac:chgData name="" userId="" providerId="" clId="Web-{44B5441B-4882-48FB-8331-B407EF0C9A92}" dt="2026-01-06T10:11:46.152" v="8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l="-8000" r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55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5751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8691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7443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4890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9697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HTML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62</cp:revision>
  <dcterms:created xsi:type="dcterms:W3CDTF">2026-01-06T10:11:31Z</dcterms:created>
  <dcterms:modified xsi:type="dcterms:W3CDTF">2026-01-06T10:36:57Z</dcterms:modified>
</cp:coreProperties>
</file>